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NIAPPAN MURUGAPPAN" userId="7e336bf08a2de4e2" providerId="LiveId" clId="{E320B7E8-5BF0-43FC-B9A3-A3EC302290B9}"/>
    <pc:docChg chg="modSld">
      <pc:chgData name="PALANIAPPAN MURUGAPPAN" userId="7e336bf08a2de4e2" providerId="LiveId" clId="{E320B7E8-5BF0-43FC-B9A3-A3EC302290B9}" dt="2026-04-01T16:14:02.976" v="6" actId="14100"/>
      <pc:docMkLst>
        <pc:docMk/>
      </pc:docMkLst>
      <pc:sldChg chg="addSp delSp modSp mod">
        <pc:chgData name="PALANIAPPAN MURUGAPPAN" userId="7e336bf08a2de4e2" providerId="LiveId" clId="{E320B7E8-5BF0-43FC-B9A3-A3EC302290B9}" dt="2026-04-01T16:14:02.976" v="6" actId="14100"/>
        <pc:sldMkLst>
          <pc:docMk/>
          <pc:sldMk cId="1944809378" sldId="256"/>
        </pc:sldMkLst>
        <pc:picChg chg="add mod">
          <ac:chgData name="PALANIAPPAN MURUGAPPAN" userId="7e336bf08a2de4e2" providerId="LiveId" clId="{E320B7E8-5BF0-43FC-B9A3-A3EC302290B9}" dt="2026-04-01T16:14:02.976" v="6" actId="14100"/>
          <ac:picMkLst>
            <pc:docMk/>
            <pc:sldMk cId="1944809378" sldId="256"/>
            <ac:picMk id="2" creationId="{3F9F0C44-4483-547B-42A8-89A6B5DE0A9E}"/>
          </ac:picMkLst>
        </pc:picChg>
        <pc:picChg chg="del">
          <ac:chgData name="PALANIAPPAN MURUGAPPAN" userId="7e336bf08a2de4e2" providerId="LiveId" clId="{E320B7E8-5BF0-43FC-B9A3-A3EC302290B9}" dt="2026-04-01T16:12:44.403" v="0" actId="478"/>
          <ac:picMkLst>
            <pc:docMk/>
            <pc:sldMk cId="1944809378" sldId="256"/>
            <ac:picMk id="1025" creationId="{5F82C4D5-96C0-28CB-9626-0EF94C37DD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8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6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00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41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3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3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12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12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47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060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403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2708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490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71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8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D1BF9-36F3-416E-AA6E-AB88A1E8D67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E2FC49-2A1E-4590-9C35-F875B93AB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8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02EC8A-5239-5CE0-6F1D-ECD51F21B553}"/>
              </a:ext>
            </a:extLst>
          </p:cNvPr>
          <p:cNvSpPr txBox="1"/>
          <p:nvPr/>
        </p:nvSpPr>
        <p:spPr>
          <a:xfrm>
            <a:off x="237744" y="155448"/>
            <a:ext cx="11832336" cy="365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Recipe Master 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Objective: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Recipe Master Project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database-driven management system designed to organize, analyse, and store culinary data. The project transitioned from a flat CSV file containing 200 diverse recipes into a structured, relational SQL database to improve data integrity, searchability, and scalability.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Recipes Table: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Stores core identity and metadata (Names, IDs, Ratings, Timestamps).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Nutrition Table: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Stores health-specific data (Calories, Macros, Cholesterol).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Ingredients Table: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one-to-many table allowing for granular searching of individual ingredients.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IN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ERD Diagram:</a:t>
            </a:r>
            <a:endParaRPr lang="en-IN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68EE8AE-5F6E-F1AF-2916-695259D72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35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Content Placeholder 10">
            <a:extLst>
              <a:ext uri="{FF2B5EF4-FFF2-40B4-BE49-F238E27FC236}">
                <a16:creationId xmlns:a16="http://schemas.microsoft.com/office/drawing/2014/main" id="{3F9F0C44-4483-547B-42A8-89A6B5DE0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694176"/>
            <a:ext cx="7424928" cy="279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093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103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PALANIAPPAN MURUGAPPAN</dc:creator>
  <cp:lastModifiedBy>PALANIAPPAN MURUGAPPAN</cp:lastModifiedBy>
  <cp:revision>1</cp:revision>
  <dcterms:created xsi:type="dcterms:W3CDTF">2026-03-29T16:28:57Z</dcterms:created>
  <dcterms:modified xsi:type="dcterms:W3CDTF">2026-04-01T16:14:13Z</dcterms:modified>
</cp:coreProperties>
</file>